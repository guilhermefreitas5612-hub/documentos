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0000" y="2192866"/>
            <a:ext cx="4300000" cy="2007133"/>
          </a:xfrm>
        </p:spPr>
        <p:txBody>
          <a:bodyPr anchor="b">
            <a:normAutofit/>
          </a:bodyPr>
          <a:lstStyle/>
          <a:p>
            <a:r>
              <a:rPr lang="pt-BR" altLang="pt-BR" sz="2800" b="1" dirty="0">
                <a:solidFill>
                  <a:srgbClr val="17375E"/>
                </a:solidFill>
              </a:rPr>
              <a:t> </a:t>
            </a:r>
            <a:br>
              <a:rPr lang="pt-BR" altLang="pt-BR" sz="2800" b="1" dirty="0">
                <a:solidFill>
                  <a:srgbClr val="17375E"/>
                </a:solidFill>
              </a:rPr>
            </a:br>
            <a:br>
              <a:rPr lang="pt-BR" altLang="pt-BR" sz="2800" b="1" dirty="0">
                <a:solidFill>
                  <a:srgbClr val="17375E"/>
                </a:solidFill>
              </a:rPr>
            </a:br>
            <a:br>
              <a:rPr lang="pt-BR" altLang="pt-BR" sz="2800" b="1" dirty="0">
                <a:solidFill>
                  <a:srgbClr val="17375E"/>
                </a:solidFill>
              </a:rPr>
            </a:br>
            <a:endParaRPr lang="pt-BR" altLang="pt-BR" sz="2800" b="1" dirty="0">
              <a:solidFill>
                <a:srgbClr val="17375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03" y="1683465"/>
            <a:ext cx="52669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b="1" dirty="0">
                <a:solidFill>
                  <a:srgbClr val="17375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Descarte sustentável de hardware obsoleto em data centers: reaproveitamento, reciclagem e redução de custos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sz="1400" b="0" i="0" dirty="0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Caroline de Castro Soares</a:t>
            </a:r>
            <a:endParaRPr lang="pt-BR" altLang="pt-BR" sz="1400" dirty="0">
              <a:solidFill>
                <a:srgbClr val="15355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1400" b="0" i="0" dirty="0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Guilherme Silva Freitas</a:t>
            </a:r>
            <a:endParaRPr lang="pt-BR" sz="1400" b="0" i="0" dirty="0">
              <a:solidFill>
                <a:srgbClr val="153553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1400" b="0" i="0" dirty="0" err="1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Higor</a:t>
            </a:r>
            <a:r>
              <a:rPr lang="pt-BR" sz="1400" b="0" i="0" dirty="0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Nascimento de amorim</a:t>
            </a:r>
          </a:p>
          <a:p>
            <a:pPr>
              <a:spcBef>
                <a:spcPct val="50000"/>
              </a:spcBef>
            </a:pPr>
            <a:r>
              <a:rPr lang="pt-BR" sz="1400" b="0" i="0" dirty="0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Samuel </a:t>
            </a:r>
            <a:r>
              <a:rPr lang="pt-BR" sz="1400" b="0" i="0" dirty="0" err="1">
                <a:solidFill>
                  <a:srgbClr val="1F23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ludovico</a:t>
            </a:r>
            <a:endParaRPr lang="pt-BR" altLang="pt-BR" sz="1400" dirty="0">
              <a:solidFill>
                <a:srgbClr val="15355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Sustentabilidade; Green IT; Lixo eletrônico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Problemática: equipamentos obsoletos de data centers costumam ser descartados de forma inadequada, aumentando o lixo eletrônico e desperdiçando materiais que ainda têm valor.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Justificativa: o reaproveitamento e a reciclagem podem reduzir desperdício e custos, mas faltam estudos práticos que comprovem esses ganhos em data centers.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geral: analisar, por revisão bibliográfica, como o descarte sustentável de hardware obsoleto em data centers reduz o desperdício e traz benefícios econômicos.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1: identificar como o reaproveitamento, a reciclagem e a recuperação de materiais reduzem o desperdício de hardware.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2: relacionar as práticas de Green IT à redução de custos em TI.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3: apontar as limitações dos estudos para medir resultados econômicos em data centers.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Revisão bibliográfica de três trabalhos publicados entre 2022 e 2025, obtidos no Google Acadêmico, no MDPI/Sustainability, na Revista Produção Online e no Repositório Institucional do Centro Paula Souza. Os textos foram lidos, organizados por assunto e comparados quanto a propostas, resultados e limitações.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Lixo eletrônico e reciclagem – Saraiva et al. (2025)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Reutilização, reciclagem e logística reversa em Green IT – Manuquian (2023)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Práticas de virtualização e eficiência energética – Manuquian (2023)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Avaliação de maturidade de Green IT em seis dimensões – Salles, Lunardi e Thompson (2022)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Sustentabilidade em TI além da escolha de equipamentos: planejamento e gestão – Salles, Lunardi e Thompson (2022)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Limitação de Saraiva et al. (2025): trata do lixo eletrônico em geral, sem foco em data centers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Limitação de Manuquian (2023): reúne práticas de Green IT sem apresentar resultados medidos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Limitação de Salles, Lunardi e Thompson (2022): modelo teórico, ainda não testado em organizações reais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Síntese: o descarte sustentável reduz desperdício e permite aproveitar materiais e componentes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Lacuna: nenhum dos estudos traz dados práticos de economia obtida em data centers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descarte sustentável de hardware obsoleto traz benefícios ambientais e uso mais eficiente dos recursos.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Reaproveitamento de componentes, reciclagem e logística reversa evitam descartes desnecessários.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Os estudos analisados ainda não permitem afirmar quanto essas práticas reduzem os custos de um data center específico.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Pesquisas futuras podem comparar custos do descarte convencional com os resultados do reaproveitamento em organizações reais.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Sustentabilidade e economia na gestão de hardware ainda precisam de estudos práticos para serem medidas.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MANUQUIAN, Renan Bernardo. Green IT: práticas e tecnologias sustentáveis para minimizar o impacto ambiental da Tecnologia da Informação. 2023. Trabalho de Conclusão de Curso – Faculdade de Tecnologia de São José do Rio Preto, São José do Rio Preto, 2023.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SALLES, Ana Carolina; LUNARDI, Guilherme Lerch; THOMPSON, Fabiano. A Framework Proposal to Assess the Maturity of Green IT in Organizations. Sustainability, v. 14, n. 19, 12348, 2022. DOI: 10.3390/su141912348.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SARAIVA, Rui Árabe; TAMMELA, Iara; MACHADO, Flávio Silva; SILVA, Guido Vaz. Lixo eletrônico: riscos, oportunidades e propostas de soluções. Revista Produção Online, v. 25, n. 3, 2025. DOI: 10.14488/1676-1901.v25i3.4814.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934" y="2844225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sz="3200" dirty="0">
                <a:solidFill>
                  <a:schemeClr val="bg1"/>
                </a:solidFill>
              </a:rPr>
              <a:t>Agradecemos a atenção de todos.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647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GUILHERME</cp:lastModifiedBy>
  <cp:revision>21</cp:revision>
  <dcterms:created xsi:type="dcterms:W3CDTF">2021-05-14T17:32:15Z</dcterms:created>
  <dcterms:modified xsi:type="dcterms:W3CDTF">2026-10-08T23:37:58Z</dcterms:modified>
</cp:coreProperties>
</file>